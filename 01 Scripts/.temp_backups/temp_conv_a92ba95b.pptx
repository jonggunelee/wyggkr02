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92F8A19-0B24-2EB5-5E02-459AD9BD12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1E2612-C7E6-AD61-BE57-24A85EA124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70E56A3-4781-4571-93C9-E00A1CB135E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0053847-34BB-52EB-8CF2-7947E6F29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7F7D622-51DE-C1BA-F3CB-3BF35838D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5BFA3-6A7D-E616-39B7-C7E5E69E87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23C112-FC8D-CAF2-1550-A7A9E883A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535FC5C-C6A9-45B1-8F25-8181DEB3D571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C9FF772-C76B-A16D-B020-EC2F5805CE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E39DE9D-6258-6210-503E-107227E843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2CB0CFD-ACF8-8EF3-6710-AC5ED447F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CC1AF5C-69DC-4D96-90CF-9FCEF05E22B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27D45-0374-4B6D-2B28-66A2985F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E8D47-CBF5-4A02-9CC9-72E0622EBBB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61B0FC-2E95-C380-33C7-F730B5E5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D4D1BB-751A-977E-D36A-CB893EB3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2C510-5B22-4589-9DDF-C8FDB4F69D0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00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6C972-00F6-AEAD-4F96-746E5D6A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008A4-1ED8-4931-872D-A2A269A0FB9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860947-7F16-1A96-1705-8AD4F64D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14671-CD30-BE9A-9A80-DD2CD5D1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42B7F-4FD0-433A-AEC5-F3DD7FEC1F6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22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3A47F-1E4F-32AF-A3C7-D8750361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B105C-15A6-40F3-BE6C-BF7AA9A3948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82D71-8F7B-11F6-F869-351B05D4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8DF056-05A3-77B4-0192-CD2F56AD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C031D1-A3DB-42B1-A8CA-80C8063FB34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8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261BDAF-34F4-3BB2-1D35-7FE895C2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9B0B0-1699-4C6E-95BA-748F8D0EE9C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6078291-8F4D-717E-A632-2DC7D364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049B355-9EA2-82E6-B0DD-C3B462AF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A5F54-FB12-4B27-BBB9-48734B64F4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7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9B111939-1C20-9408-EC2B-066B2E33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DEDE1-7661-4EDF-A4CB-B1F6237814C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238F277-9156-1D05-EA78-96340809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EC8F93B-6B02-2F83-253B-FC9B578B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247B0-F942-4E54-A8EE-C5378904ECF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42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200F3D6-3E1A-F8F1-5038-0FD5E31C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5AD3F-E35C-4CBE-9A13-AB1ADE59F03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489506D-92E9-78B6-EC9D-8FB7B64C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3AD478E-5210-3499-A54F-827CABFA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1E031-9AEB-42A6-963C-637D6762EF1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49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9CFEB70-EFE2-ABA2-2BB5-9E6AC8FB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6622D-0922-40F3-9F2C-8DA675A3B2F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02226A3-6B64-D0C8-6BF2-8065993C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806CD39-D903-5EAD-2093-2ECCB2C6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54FEB1-8EDF-40C3-B8DD-5DE50F76063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9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4E9E460-B195-4D37-2964-372DC177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9DBF1-D3C2-4F47-8E69-306CFDFB157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1A8169B-1F56-BF19-2AB5-A0800C54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0986E11-AC05-21BE-9397-79BD7A9B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0301CD-B7D3-439E-B13F-0E499D8A71E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38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49D4C67-9787-6800-ACCC-DD337A31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05BB-3772-44BA-A3A1-4B75E10ADCF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974CE6D-6A75-600B-A972-CADB5CC6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53AE93C-5812-7851-9902-2BE79108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8D1C8-65B6-4BF7-9A3D-1F92125FEC1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42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96FAC6-7791-85F6-08F7-2A0CDFC4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E6BC51-C6F3-48A0-99BB-4B65DA94EF9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F7AD53-01A5-DC3A-89AE-445EF275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56010-100B-84FD-FDB7-A9FB8D6A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E7857F-F4E9-4F7C-8B30-A6F35A6D26F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166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CCC0DF-1AC8-40FC-733F-A3983722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BD7BB-F365-4C5A-AD9D-5D0DD2B3F16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570543-74A5-0167-8EB4-5EE51B5B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BE256E-F7D7-D406-41F8-B8A5DD71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9C818-C84F-4B1D-9015-96AB73357E3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7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ADCDE5F-0AF2-05EC-5617-5E515F0487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C765B5CD-1D6F-B6A4-E10F-7FB1DD240A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F7A630-6420-3C01-A525-0E9A07897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09F92C8-E625-4F00-ADF2-D1C23E29977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3A418D-2A9F-1FF5-E6E0-2BA05AC37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E3A310-1173-3797-3BDF-656EC1B7F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9311EB1-AA92-4EDF-B24B-C54734D9CE5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55463E89-6580-6E0C-F0A5-2844626EF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903-3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D118A26B-5BF5-A1CF-17A9-2173176D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01D08D2-3570-5C67-704D-DCC08AE0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675F0783-3BE8-C697-B4C5-8AF4F24C3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903-3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462D3E50-6497-FA70-747E-0B0AA69C6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727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E4744DA8-8D10-D3A2-9EE7-1AC001E61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2B61C55-BBA9-0E2A-1668-A8D6D402D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FB7FC4E2-C98F-45C1-06E1-840C05D56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903-3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4D87C41F-3E63-2760-EDAD-BEB5BC917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E0DA277B-D1DA-D68D-971F-B96869C61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얼룩짐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벽체들뜸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벽체 들뜸 재시공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8A73FF10-1712-8F8D-C379-A98E4B576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798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E2DF86-E93A-915D-36ED-CC7B0BDC8CB3}"/>
              </a:ext>
            </a:extLst>
          </p:cNvPr>
          <p:cNvSpPr/>
          <p:nvPr/>
        </p:nvSpPr>
        <p:spPr bwMode="auto">
          <a:xfrm>
            <a:off x="3316288" y="45037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59979266-C875-42A9-EEFF-60C807D5BB08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B5562-8CE2-D8A7-6FDE-4C93B67C620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도색</a:t>
            </a:r>
            <a:r>
              <a:rPr lang="en-US" altLang="ko-KR" sz="3200" b="1" dirty="0"/>
              <a:t>(3</a:t>
            </a:r>
            <a:r>
              <a:rPr lang="ko-KR" altLang="en-US" sz="3200" b="1" dirty="0"/>
              <a:t>번 면 얼룩짐</a:t>
            </a:r>
            <a:r>
              <a:rPr lang="en-US" altLang="ko-KR" sz="3200" b="1" dirty="0"/>
              <a:t>, </a:t>
            </a:r>
            <a:r>
              <a:rPr lang="ko-KR" altLang="en-US" sz="3200" b="1" dirty="0" err="1"/>
              <a:t>벽체들뜸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9E6F4-0585-E410-0CD0-D2BFF4428B1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432C0DE2-D7DE-220A-B169-2A1689222D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767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F81A473-ED28-1324-5707-BBC84A27CADB}"/>
              </a:ext>
            </a:extLst>
          </p:cNvPr>
          <p:cNvSpPr/>
          <p:nvPr/>
        </p:nvSpPr>
        <p:spPr>
          <a:xfrm rot="174901">
            <a:off x="2347913" y="3717925"/>
            <a:ext cx="6032500" cy="1077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473E7-5E60-8D2E-F49D-97F397F53F8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벽체 들뜸 재시공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C82D4B-1EF4-94C5-D426-3D44F81FFB1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6A2B1501-F521-07E6-78EB-D6420F901E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6BECC44-DF58-66C8-E349-8C8CC4ADD470}"/>
              </a:ext>
            </a:extLst>
          </p:cNvPr>
          <p:cNvSpPr/>
          <p:nvPr/>
        </p:nvSpPr>
        <p:spPr>
          <a:xfrm rot="16200000">
            <a:off x="2782888" y="3222625"/>
            <a:ext cx="3867150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117</Words>
  <Application>Microsoft Office PowerPoint</Application>
  <PresentationFormat>화면 슬라이드 쇼(4:3)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도색(3번 면 얼룩짐, 벽체들뜸)</vt:lpstr>
      <vt:lpstr>벽체 들뜸 재시공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299</cp:revision>
  <dcterms:created xsi:type="dcterms:W3CDTF">2012-05-23T04:33:26Z</dcterms:created>
  <dcterms:modified xsi:type="dcterms:W3CDTF">2026-06-23T02:55:22Z</dcterms:modified>
</cp:coreProperties>
</file>