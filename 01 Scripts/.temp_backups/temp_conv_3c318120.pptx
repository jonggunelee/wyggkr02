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0226F63-EFA6-FCBE-49B5-184CA2D0D1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FB7FCD-F8D2-1BDB-B876-F38486DBF9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CE230F3-BCAA-4A64-A5F9-D9BC749B5BB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3C2D95A-CB07-804B-B075-7C0C758C4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7CDDEB1-D5D7-5655-973D-942F99FCF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EB104-C7B6-BEF8-2494-DDC7B18650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7710C1-E211-E0AC-46E6-639B0D09B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7C890965-E0CF-4929-8045-C7E89E946DF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11D1D955-A74B-B8C9-7EEC-ABED16A3BB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C88B9EE-EFA2-340E-6DFA-0BD1721BB4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13AB0AC-03B1-EDB7-8F43-6EFF12CC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BD43F3D-5FE6-4CDA-8E4D-78745D0D565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6A9B67-82A9-9617-EBA9-C4291AB9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A434F-D854-4335-B4F7-5173B20D9F2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CA530-A574-0A3F-E732-701FA2DF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DD3A9-E137-22B8-3EC9-29AE20EB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9869C-5479-451F-80E6-0941C6C6234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0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F1401-4A05-6AA1-92A0-FF3A10EE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0B9F9-ECB2-40CB-9F39-4456B8E29F7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F8883-32CF-21C4-9795-0F29ADA5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29967-3EDC-32FD-491F-1BA066EA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BAFA0-A6B3-4679-A022-9B8F907B1D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80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1B8EA-26F9-1C46-33E5-36391B4F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0B56B-C7C2-4D15-B6A0-4FF1089F3F4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91C6F-A5B9-D101-FA0B-41E49EDB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F1DDD-B36B-CBB4-1B29-28F4EDB7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87A0C-3277-45A4-96DB-D17ACD641A7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45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582F683-8157-2AF2-151C-7B23D1A8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5A26A-4DF3-4AAD-AF29-5B0C061F4CC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787EE0E-5D86-3365-89C0-A859F364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F3FE529-BDCD-59FD-6D08-21B02D0F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90797-44D9-4C98-AC65-3F8CFF0062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16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CE1A8A4-8C2E-FDD6-0DA1-418D4F43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40FE6-1C4D-4E5D-A483-8AF0761023E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6A43F21-8F72-87AC-84D3-6EFCEC59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22CA651C-464C-02F0-8185-31E78975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D309C-802F-4E9A-9A60-0532AC0F086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53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1C12468-2FA6-6DEB-CB63-B0B0954E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8E437-F7E6-4570-B6E7-E6EB335F314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FCB441F-488E-7C8F-0243-6269FC72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2B74F5C-3EDC-D89E-E496-F536D43B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C3C2C-E202-4262-8C6A-DDE4699B21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8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CA26386-19A4-F224-4264-D3413475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FB673-BB8A-43E0-9CA4-128239F574C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F4B4F1B-B773-67EC-3126-A6C5A0D6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3A46DF8-BF4D-BBA7-DB95-7F305BE3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94B14-A7C8-4546-8B82-5BDDAA84044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77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C3FFB10-F9CE-8A6B-47BF-53610D9D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F29DC-8BBB-4342-A1B4-696C0C4F2D3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D08E18C-C524-AB3D-1756-B6369B1F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B04D0E5-F376-AD40-8B74-819C3F1D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50A5F3-DE27-4E85-B87C-D935AC35148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0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4C66531-2A91-B0A1-9C95-94B24E8F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0ACB3-712F-4C69-A303-1ECE99E21F8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0415E40-456F-00D1-DEF8-4AD44827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6FB2F83-5ABC-4FF9-DC76-4826A9F4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BBA8A-A30A-4DB7-902C-C1D0B4BCD98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97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8116-FF7C-9A6B-C2A9-9E0F8B44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A3820-C8DB-4749-910E-6019ADA5E80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79F137-9813-644D-DB0C-403394B2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C2348-8A20-8846-B435-1ED402A3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B49C88-F403-4D80-9671-3E1EF2258C9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57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DD738-031A-69F0-E9DC-38254664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4940-9AD9-40EB-AAF9-C7FF3021B35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934AC-D4C9-3600-D357-5B2C8D86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30839-EBB5-CBB0-FD64-92EB44A6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43DCB-5A7D-4849-9355-C52FA14D538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92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210F4016-D253-E0F0-7272-8342CED2CC7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C26121E-C806-A75F-4E28-54E13462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5F56E-B9AC-57A7-5D33-F2F721C7F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AD23FE8-ED20-494A-83F0-747E57C0F44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7FE84-0D8B-7D02-F8D6-53C4893C3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7004FF-2FBE-C23A-09E1-7DE509015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BA1DF6A-FBF3-4644-9081-576FA7588F1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30DA6C9-99D6-FF37-A21A-176E3659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1D961FC-3503-5000-B908-91FF8633C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0B086D9-625D-400E-B1B2-71B7124D9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CF23F8D-D1F8-10F0-1F07-541FE1E70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1BEAB55-50A4-E43C-D2F6-841806747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219BC42F-BCD2-3019-9867-0D5ADAC6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01738"/>
            <a:ext cx="2686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F68D028-0AD0-2EE4-C48D-294B8561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4219C2DA-F1DA-25E6-E3D4-CA182F8C0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504-3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CCEE73E2-6522-8870-F69A-94874400A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C04AEF73-3D8E-C6BE-81D5-925C9991F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                      발코니 전체 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511B7CD5-32DA-DE13-CAFE-F787F540C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86200"/>
            <a:ext cx="84566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A3978-B0EA-EC29-6691-AC852A1B36EE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415D160F-3D8C-9322-7C46-9AFCA7A1C287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AE3E9-E267-E39D-64AC-9FDF3D2E2AA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/>
            </a:br>
            <a:r>
              <a:rPr lang="ko-KR" altLang="en-US" sz="3200" b="1" dirty="0"/>
              <a:t>도색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벽</a:t>
            </a:r>
            <a:r>
              <a:rPr lang="en-US" altLang="ko-KR" sz="3200" b="1" dirty="0"/>
              <a:t>-2</a:t>
            </a:r>
            <a:r>
              <a:rPr lang="ko-KR" altLang="en-US" sz="3200" b="1" dirty="0"/>
              <a:t>번 면 얼룩짐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곰팡이제거</a:t>
            </a:r>
            <a:r>
              <a:rPr lang="ko-KR" altLang="en-US" sz="3200" b="1" dirty="0"/>
              <a:t> 포함</a:t>
            </a:r>
            <a:r>
              <a:rPr lang="en-US" altLang="ko-KR" sz="3200" b="1" dirty="0"/>
              <a:t>))</a:t>
            </a:r>
            <a:br>
              <a:rPr lang="ko-KR" altLang="en-US" sz="3600" b="1" dirty="0">
                <a:latin typeface="+mj-ea"/>
              </a:rPr>
            </a:br>
            <a:endParaRPr lang="ko-KR" altLang="en-US" sz="3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429151-0D73-CEAF-19ED-64EAEAA4825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E5452B95-0A57-3F04-32F3-3A44E9AB31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D36B6776-C5EB-0117-FA37-3A2F32D37143}"/>
              </a:ext>
            </a:extLst>
          </p:cNvPr>
          <p:cNvSpPr/>
          <p:nvPr/>
        </p:nvSpPr>
        <p:spPr>
          <a:xfrm>
            <a:off x="3924300" y="1773238"/>
            <a:ext cx="1727200" cy="3887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E9F80706-C848-5B4D-6FDD-814AE485CA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sz="3600" b="1"/>
              <a:t>발코니 전체 도색</a:t>
            </a:r>
            <a:r>
              <a:rPr lang="en-US" altLang="ko-KR" sz="3600" b="1"/>
              <a:t>(</a:t>
            </a:r>
            <a:r>
              <a:rPr lang="ko-KR" altLang="en-US" sz="3600" b="1"/>
              <a:t>곰팡이제거 포함</a:t>
            </a:r>
            <a:r>
              <a:rPr lang="en-US" altLang="ko-KR" sz="3600" b="1"/>
              <a:t>)</a:t>
            </a:r>
            <a:endParaRPr lang="ko-KR" altLang="en-US" sz="36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2311C2-A405-C1D6-4E6F-D64AC6DA8E9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568C0ED6-4EAD-B867-E6F3-415783B5E6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25A69CC-A635-5A34-CBD4-ADE706F0C261}"/>
              </a:ext>
            </a:extLst>
          </p:cNvPr>
          <p:cNvSpPr/>
          <p:nvPr/>
        </p:nvSpPr>
        <p:spPr>
          <a:xfrm>
            <a:off x="4284663" y="1700213"/>
            <a:ext cx="2159000" cy="3960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131</Words>
  <Application>Microsoft Office PowerPoint</Application>
  <PresentationFormat>화면 슬라이드 쇼(4:3)</PresentationFormat>
  <Paragraphs>18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도색(벽-2번 면 얼룩짐(곰팡이제거 포함)) </vt:lpstr>
      <vt:lpstr>발코니 전체 도색(곰팡이제거 포함)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286</cp:revision>
  <dcterms:created xsi:type="dcterms:W3CDTF">2012-05-23T04:33:26Z</dcterms:created>
  <dcterms:modified xsi:type="dcterms:W3CDTF">2026-06-23T02:55:04Z</dcterms:modified>
</cp:coreProperties>
</file>