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109" d="100"/>
          <a:sy n="109" d="100"/>
        </p:scale>
        <p:origin x="18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6D32F6E9-DA52-9BB2-125F-9AFB4791AE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3C07F0E-A39B-1A11-9D30-394612E5361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490AC76D-C985-4D0A-8AAB-CF98162A0260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FA64845C-9AF8-40AD-F665-A83FCB6B43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7627ACDD-422C-04D6-45FD-0DB468724F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EF5813-6848-5600-0BC1-314A761A65E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FE3203-BEDD-01F6-B20E-9BCC153947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3F4F0450-3F5D-40FD-9021-5C7B2DC8940A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D581EE67-B7C4-C0C8-DA20-2FE4BDD73A4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D6345488-8EAE-F709-3F30-3C289E5AF8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EF71BB1C-9705-C74B-FD82-7F282D5A3D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519036F9-07C9-43CC-B99D-8E5F23317B6C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09AF43-4530-63BA-5EFF-C29571378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92121F-1C8B-416F-8DDA-ADB5272011A4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423EC6-3EB6-E926-CD21-4BCBABFC1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BAAE1C-3487-AC45-A473-FDD950600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74C28A-39B1-41E2-9183-D178801FB7F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4538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6B7EBF-E09E-02EB-6B72-50B065588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19FF21-7EA4-4D22-8756-0F91DEB15599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6F494E-D514-29A3-68FD-F4F70E8FF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97A151-253A-FF2D-64CD-9E545DD12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DF2B47-3D93-409D-AFE6-9027118872F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3371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9244E7-C771-37A5-37BE-C667A9BD4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96F16D-CDAF-4696-B3A3-D94FFD1E92C0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6DD868-9B4A-B078-EB13-1FED3B472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AB17FB-5611-C283-64DC-3AC40D882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AD58D5-2F75-4F85-BB04-F66B30DCBC8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425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FAF8FB27-24BF-8BD4-3AFE-827700E24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6FD878-3AAB-495E-A7E9-982D1079ACAD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F5007A3C-23E7-9861-B815-E98EF7C5B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F1354B62-7DFF-FF54-6208-8E20FAA9F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D228AE-7481-4361-9A7A-45242361C34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5253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7C421635-30BB-2745-BC61-43330B108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1B2123-9726-4F0C-A3A4-A156DBA9EA12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C1DAC4FC-6501-A5DF-F1B8-846BA10BE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956AB8E9-2884-D415-8F0C-A05A40CF0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245072-FBFF-4C71-A94F-2052CB3BF94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4353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01E3B8FE-430E-C093-8198-A218ACAB2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0E2728-EEAD-4579-9855-D1CB7511D7F7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A6D8D627-152E-AAB8-86BA-6901F3998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6ABF5D0E-6C3C-87A4-00FE-0ECC2D86B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122CDC-4E7F-44BE-9E4D-5C00713582F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1084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4C5AE68D-CFF7-3141-B395-959E615B4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F13B97-AF9D-4DBB-828C-ACAA702AD6E4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B0A438A9-92C0-FC7C-CEB8-D8240907E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BADC6D76-63FF-8497-2576-85BD4876F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9DC869-6673-462B-8E41-CFC37DD9B5E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2578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C257B1EA-522A-D7AD-9DC1-7638EA3FA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D75C19-9246-4EF1-8600-D09E77C40BF1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C841EFB6-0EA8-9BDD-61EA-34BB74828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690C62C1-914B-0F06-CB69-F2B7C979B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37EE54-55BB-494B-A790-5CA98F3B814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5250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5BC28789-CCDC-C0AD-24BA-1EE6FA6ED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CBB728-8191-412D-91D0-7B1153F56E6A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7C52F539-00C4-24DA-9A25-8FECAD828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4A4C8DC4-53E6-15F6-C183-3BD76ECCD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E14ED3-2E53-4C6F-8134-96745CC7D4A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5600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CCC9AA-34D4-1ECE-4DA8-DA49091DA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D16FA7-12B9-4269-AC19-8AA702565DCE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E8FFE1-51B8-F315-A77A-11EB5A2A2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C2B0DF-A94D-19BA-1DA4-BA72D4D52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A32D6E-5640-45FC-8EED-33C90AD8982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5500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91F126-19A3-0437-658F-78A479276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28979-9CD3-40DC-B958-1574FC203EE4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F2389F-0C86-357C-1548-374CEC39A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427DAF-813A-DD15-75CE-93B5E521A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4232B9-556E-47AC-BDC6-7A627BB8339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4944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31DCEF1E-587C-E289-81A1-FC2CD1226C2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6ED6FE2A-3D2C-F19C-9BD9-C19BD7F2048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EBE9C1-5CEC-0E11-C82F-8D6517D746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B5940D37-E802-414E-8063-480248848CDA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85B324-7E0E-88D1-21B8-14FFE16B7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10727D-B8C8-2E39-5DC7-1EE114D2CD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EE02CEAD-0F57-43C6-82F2-50D51C57697C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794F2AA0-2F7C-1FFE-0B68-FBE76124B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665288"/>
            <a:ext cx="81359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A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902-2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15FD84A1-20B2-3E99-F8C3-245B943B54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FB065FED-A36F-457F-7BF5-43A149DD13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8588" y="4214813"/>
            <a:ext cx="12668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2026. 6. 10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BA5FD539-A69E-45FD-E3F2-7D9E536D56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A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902-2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605DF8A4-ABE0-8D81-D004-EEDFE9E1AE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30892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0D8586B7-5FEA-07D5-F6DB-E30EE373FF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5955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6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10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0BB42DDC-3A99-5768-C1BB-2669578D5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E60EA987-C973-5601-28B3-B6D517A440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417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A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902-2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A8A456F9-671D-FFD4-C8F9-7468251A06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B46C224A-958F-5608-C51B-707E1D9B16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927350"/>
            <a:ext cx="86677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 </a:t>
            </a: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얼룩짐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 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 </a:t>
            </a: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천정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얼룩짐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 </a:t>
            </a:r>
            <a:r>
              <a:rPr kumimoji="0" lang="ko-KR" altLang="en-US" sz="1200" b="1"/>
              <a:t>보수 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45799015-BF12-7B02-D64B-038069214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741738"/>
            <a:ext cx="84566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3966B80-B343-E0D2-95F8-6F1EE2B5CF4B}"/>
              </a:ext>
            </a:extLst>
          </p:cNvPr>
          <p:cNvSpPr/>
          <p:nvPr/>
        </p:nvSpPr>
        <p:spPr bwMode="auto">
          <a:xfrm>
            <a:off x="3316288" y="443706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26" name="아래쪽 화살표 25">
            <a:extLst>
              <a:ext uri="{FF2B5EF4-FFF2-40B4-BE49-F238E27FC236}">
                <a16:creationId xmlns:a16="http://schemas.microsoft.com/office/drawing/2014/main" id="{00C7213C-7ADC-1614-9742-22E94D21F584}"/>
              </a:ext>
            </a:extLst>
          </p:cNvPr>
          <p:cNvSpPr/>
          <p:nvPr/>
        </p:nvSpPr>
        <p:spPr>
          <a:xfrm>
            <a:off x="4176713" y="5445125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F547CD0D-9F76-DFAE-3084-1FCDA8E1B62F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r>
              <a:rPr lang="ko-KR" altLang="en-US" b="1"/>
              <a:t>도색</a:t>
            </a:r>
            <a:r>
              <a:rPr lang="en-US" altLang="ko-KR" b="1"/>
              <a:t>(</a:t>
            </a:r>
            <a:r>
              <a:rPr lang="ko-KR" altLang="en-US" b="1"/>
              <a:t>벽</a:t>
            </a:r>
            <a:r>
              <a:rPr lang="en-US" altLang="ko-KR" b="1"/>
              <a:t>-3</a:t>
            </a:r>
            <a:r>
              <a:rPr lang="ko-KR" altLang="en-US" b="1"/>
              <a:t>번 면 얼룩짐</a:t>
            </a:r>
            <a:r>
              <a:rPr lang="en-US" altLang="ko-KR" b="1"/>
              <a:t>)</a:t>
            </a:r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F2187D2-21E0-EC65-E6E2-C22CB7C26011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9">
            <a:extLst>
              <a:ext uri="{FF2B5EF4-FFF2-40B4-BE49-F238E27FC236}">
                <a16:creationId xmlns:a16="http://schemas.microsoft.com/office/drawing/2014/main" id="{73271104-DA95-9C28-EEA9-84D4F71EB05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06E1D4FC-363A-E848-288E-50681EFB16E8}"/>
              </a:ext>
            </a:extLst>
          </p:cNvPr>
          <p:cNvSpPr/>
          <p:nvPr/>
        </p:nvSpPr>
        <p:spPr>
          <a:xfrm>
            <a:off x="1763713" y="3500438"/>
            <a:ext cx="5545137" cy="11525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>
            <a:extLst>
              <a:ext uri="{FF2B5EF4-FFF2-40B4-BE49-F238E27FC236}">
                <a16:creationId xmlns:a16="http://schemas.microsoft.com/office/drawing/2014/main" id="{D0ED3D0E-11C7-42EB-12B9-22F10B5DCFC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r>
              <a:rPr lang="ko-KR" altLang="en-US" b="1"/>
              <a:t>도색</a:t>
            </a:r>
            <a:r>
              <a:rPr lang="en-US" altLang="ko-KR" b="1"/>
              <a:t>(</a:t>
            </a:r>
            <a:r>
              <a:rPr lang="ko-KR" altLang="en-US" b="1"/>
              <a:t>천정</a:t>
            </a:r>
            <a:r>
              <a:rPr lang="en-US" altLang="ko-KR" b="1"/>
              <a:t> </a:t>
            </a:r>
            <a:r>
              <a:rPr lang="ko-KR" altLang="en-US" b="1"/>
              <a:t>얼룩짐</a:t>
            </a:r>
            <a:r>
              <a:rPr lang="en-US" altLang="ko-KR" b="1"/>
              <a:t>)</a:t>
            </a:r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AB139EB-AC4D-1E46-57BF-21B7C9393B73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9">
            <a:extLst>
              <a:ext uri="{FF2B5EF4-FFF2-40B4-BE49-F238E27FC236}">
                <a16:creationId xmlns:a16="http://schemas.microsoft.com/office/drawing/2014/main" id="{EFCCEA66-50F9-F4EE-3FF9-DE8E2529313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130516A9-BB85-D0B6-6001-BC64C2A8449C}"/>
              </a:ext>
            </a:extLst>
          </p:cNvPr>
          <p:cNvSpPr/>
          <p:nvPr/>
        </p:nvSpPr>
        <p:spPr>
          <a:xfrm>
            <a:off x="3492500" y="3141663"/>
            <a:ext cx="3240088" cy="19446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1666</TotalTime>
  <Words>119</Words>
  <Application>Microsoft Office PowerPoint</Application>
  <PresentationFormat>화면 슬라이드 쇼(4:3)</PresentationFormat>
  <Paragraphs>17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도색(벽-3번 면 얼룩짐)</vt:lpstr>
      <vt:lpstr>도색(천정 얼룩짐)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297</cp:revision>
  <dcterms:created xsi:type="dcterms:W3CDTF">2012-05-23T04:33:26Z</dcterms:created>
  <dcterms:modified xsi:type="dcterms:W3CDTF">2026-06-23T02:55:16Z</dcterms:modified>
</cp:coreProperties>
</file>