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FFB3C86-78F6-075B-BBF4-DB8961E63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9AF666-E551-9D02-C3B2-CFCBE05EF2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F9AAB1B-0DBC-448F-B564-F2D41A2D16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49CD19B-C855-4A81-B0E7-4D33902A4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D337A05C-5F72-12D2-DE22-D8F951591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7A337D-AD60-3DB7-35C5-8CD7FB9FD6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600346-A60E-5206-2686-939885ABF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8B2C9FE-F5B7-4934-ACCB-5B353D4C228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738E39D-051F-5E7D-95B5-44581E767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6B8F001-0599-598C-6643-81335849BC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91EA81F-BCA4-D9FF-1EBD-B674A8EC7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90DCF8-D5ED-4B52-9D3D-02B9BBFC2EA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6C391-C58D-E618-FEC8-4C921476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83913-EBD7-44D1-86F1-20D3C43090D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1543F-1345-E79C-9436-5AD67CE5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A5549-827A-E94D-5FB4-AAAF818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E9E77-AB87-4079-934C-BEA6051CBBA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01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6D9B38-BF67-90C0-1525-2E0AE365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82498-3051-4FAF-A262-F6110555A5FA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C864F8-52DD-01E9-FA6A-F8FD0E70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20307-D71C-9DED-8EE9-9401139E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255374-54C4-4930-B639-926BD8F4CF3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86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D1298-FB81-FD16-D577-872A0323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10DC-B065-4CC0-A07F-17A75B1A43A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12C09-4990-5CAF-F250-CB26AFB1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F1A1E-2702-5F26-012B-AC49D282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7A7FF-D491-462D-B99A-1F108E555BE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43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CB07F85-68E6-3FFD-A26F-B1CC2F75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33F0-26D0-434B-A2DC-86240EC8DF8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C6659A6-FE85-9E95-DD69-C044B50E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55415E7-3455-6956-DDD0-480B4D4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62002-1F20-4E4B-84FE-76EAB22EC0F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74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67B7322-DA5D-8F29-F98C-5A9471CD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B2532-CB19-4046-8FEC-DB344A2C0B61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4751F67E-4D92-B328-38EE-2CE1A46D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633BD4B-8C16-7C90-2D53-E55C8BCC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CEA16-B0C6-46A1-A167-0576154D267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0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653E4AE-CC0B-A8D3-449C-6B99A4F9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C5F16-E821-4267-978D-81B3359ED1A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2913658-2ECF-BC7F-EDF3-6314E918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9133815-70DA-63F2-9130-9832F3EB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2FF1AE-483C-419E-9FD6-C88A5D4A9B9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0957E9B-4BA8-91C2-8F14-01A59C11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8730A-DD6E-4BF7-9CB0-20BBF67FB2B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99B01DF-E5AA-2774-CA15-51C232B6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0A7EDBB-D5DD-81FF-38BA-12224902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4B704F-B6B0-4A01-B761-1BC1D50067B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62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9876006-B766-3663-57A9-6EA0A0F3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811F7-85A2-4157-9A1F-18E36F36B66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84589BB-6082-B0FC-D085-FDF29197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4378518-D4CB-747B-4014-FF7221C7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B297C4-C043-4B1A-9B34-C0FA3CCF00A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52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FFE9E2F-4904-2E50-6596-06A807E6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2240B-8B8B-4A3D-B5AF-FB1FA40C1B0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17AAF23-5E9E-32B8-DE90-F1A08A05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3049CBD-C616-5737-0650-E6B57702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2AD21-364D-4BA8-AF62-A40E20F25A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84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75F18E-6432-FDAD-F390-30C13EEE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D8C6C-9CE8-4F2B-8987-C7852CE15F3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00EA8-DF80-6AB3-543A-7F80C14A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52F07D-E890-F7EA-A4AA-8782050C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5E2A4-3149-4178-A2C5-CC5013FD68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5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3E50C-B613-FFFE-7220-BE7B3D99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9960D-CE56-438B-84E4-D31A8771947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33314-62F3-D445-AB11-BFBF675B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BF6D2-256C-38BE-A1C3-84123287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DB0FE-A5BA-434E-8F01-4EC027497AF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12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869CF81-BB56-E281-1BC2-E0C8A93CF8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9B9E9D9-4E21-5DDA-54A1-ED40401E89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993B6-5169-CB4C-F26B-4D6AB3FB9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495F100-B889-496A-BE2A-F795C19BCC2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8FBBBF-FCE8-1622-D335-0E418179C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ADC48-EE61-C711-BE88-240E9F65B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B2D997E-D0AF-4E6B-A7F7-4212AF6AE6F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5916D95-85D2-C00C-5F9D-D3C95C2A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202-4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C408BE8-771D-DE7D-18FA-7A5F99969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387B96F-6532-8B0C-6B0F-58BB080D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1B99819-949C-7750-BF19-B112FEF37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202-4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6ABBBF6A-929B-3756-30A8-9206B2151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1A0C46A1-8F73-6674-1261-F488ABDC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EBD2646-A5B9-31AC-BDCD-24B060631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2259EDA-78DD-B6E0-53F0-47BF1FF3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202-4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0D79B6EC-68E2-423F-0B31-41F5DA647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F6EBC40D-C667-66D7-AFB4-2FEA5AB60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95600"/>
            <a:ext cx="866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, 2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, 3</a:t>
            </a:r>
            <a:r>
              <a:rPr kumimoji="0" lang="ko-KR" altLang="en-US" sz="1200" b="1"/>
              <a:t>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화장실 바닥 유가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샤워기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세면대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파손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F49997C-E009-6B06-20A1-5883B12DB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068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D7AF42A-EFB3-429B-0876-ED3A9DF41792}"/>
              </a:ext>
            </a:extLst>
          </p:cNvPr>
          <p:cNvSpPr/>
          <p:nvPr/>
        </p:nvSpPr>
        <p:spPr bwMode="auto">
          <a:xfrm>
            <a:off x="3316288" y="45037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E01B4E00-C0D2-EB27-419D-741AEF635E03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E1B56-0204-F9BA-702A-95158F9887D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-1</a:t>
            </a:r>
            <a:r>
              <a:rPr lang="ko-KR" altLang="en-US" b="1" dirty="0"/>
              <a:t>면</a:t>
            </a:r>
            <a:r>
              <a:rPr lang="en-US" altLang="ko-KR" b="1" dirty="0"/>
              <a:t>, 2</a:t>
            </a:r>
            <a:r>
              <a:rPr lang="ko-KR" altLang="en-US" b="1" dirty="0"/>
              <a:t>면</a:t>
            </a:r>
            <a:r>
              <a:rPr lang="en-US" altLang="ko-KR" b="1" dirty="0"/>
              <a:t>, 3</a:t>
            </a:r>
            <a:r>
              <a:rPr lang="ko-KR" altLang="en-US" b="1" dirty="0"/>
              <a:t>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182D2E-8E36-5468-4CE1-8CC0ABA5D1E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060C8A97-5F16-49EA-608F-A7CB3AB70A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F4AB30F-A902-B9C4-2AFC-52ACAF8864A1}"/>
              </a:ext>
            </a:extLst>
          </p:cNvPr>
          <p:cNvSpPr/>
          <p:nvPr/>
        </p:nvSpPr>
        <p:spPr>
          <a:xfrm>
            <a:off x="4211638" y="3141663"/>
            <a:ext cx="2279650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701DD-49CC-77F2-9F73-959A57D864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600" b="1" dirty="0" err="1"/>
              <a:t>문끌림</a:t>
            </a:r>
            <a:r>
              <a:rPr lang="en-US" altLang="ko-KR" sz="3600" b="1" dirty="0"/>
              <a:t>-1</a:t>
            </a:r>
            <a:r>
              <a:rPr lang="ko-KR" altLang="en-US" sz="3600" b="1" dirty="0"/>
              <a:t>개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화장실문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0ACDA8-FCCE-B53F-1A1A-AA4535A79CC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A041C036-1AC5-4A3D-F023-DC88C2B50C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600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A7102AF-BAC9-67B9-F386-0F70EFC7075A}"/>
              </a:ext>
            </a:extLst>
          </p:cNvPr>
          <p:cNvSpPr/>
          <p:nvPr/>
        </p:nvSpPr>
        <p:spPr>
          <a:xfrm>
            <a:off x="3924300" y="3360738"/>
            <a:ext cx="647700" cy="1327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C3523-1226-503B-4A20-C4FF88CAF22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600" b="1" dirty="0" err="1">
                <a:latin typeface="+mj-ea"/>
              </a:rPr>
              <a:t>유가파손</a:t>
            </a:r>
            <a:r>
              <a:rPr lang="ko-KR" altLang="en-US" sz="3600" b="1" dirty="0">
                <a:latin typeface="+mj-ea"/>
              </a:rPr>
              <a:t> </a:t>
            </a:r>
            <a:r>
              <a:rPr lang="en-US" altLang="ko-KR" sz="3600" b="1" dirty="0">
                <a:latin typeface="+mj-ea"/>
              </a:rPr>
              <a:t>2</a:t>
            </a:r>
            <a:r>
              <a:rPr lang="ko-KR" altLang="en-US" sz="3600" b="1" dirty="0">
                <a:latin typeface="+mj-ea"/>
              </a:rPr>
              <a:t>개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>
                <a:latin typeface="+mj-ea"/>
              </a:rPr>
              <a:t>샤워기</a:t>
            </a:r>
            <a:r>
              <a:rPr lang="en-US" altLang="ko-KR" sz="3600" b="1" dirty="0">
                <a:latin typeface="+mj-ea"/>
              </a:rPr>
              <a:t>, </a:t>
            </a:r>
            <a:r>
              <a:rPr lang="ko-KR" altLang="en-US" sz="3600" b="1" dirty="0">
                <a:latin typeface="+mj-ea"/>
              </a:rPr>
              <a:t>세면대</a:t>
            </a:r>
            <a:r>
              <a:rPr lang="en-US" altLang="ko-KR" sz="3600" b="1" dirty="0">
                <a:latin typeface="+mj-ea"/>
              </a:rPr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4F5D92-0111-94D1-C0C3-ADD599C83B9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D85A5728-AD20-092D-3E46-7FED88CFD1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C7FEC4C-84F4-6ADE-F5D2-0B457CA9CBDF}"/>
              </a:ext>
            </a:extLst>
          </p:cNvPr>
          <p:cNvSpPr/>
          <p:nvPr/>
        </p:nvSpPr>
        <p:spPr>
          <a:xfrm>
            <a:off x="1619250" y="2492375"/>
            <a:ext cx="4681538" cy="3384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153</Words>
  <Application>Microsoft Office PowerPoint</Application>
  <PresentationFormat>화면 슬라이드 쇼(4:3)</PresentationFormat>
  <Paragraphs>17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도배(벽-1면, 2면, 3면)</vt:lpstr>
      <vt:lpstr>문끌림-1개(화장실문)</vt:lpstr>
      <vt:lpstr>유가파손 2개(샤워기, 세면대)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305</cp:revision>
  <dcterms:created xsi:type="dcterms:W3CDTF">2012-05-23T04:33:26Z</dcterms:created>
  <dcterms:modified xsi:type="dcterms:W3CDTF">2026-06-23T02:54:49Z</dcterms:modified>
</cp:coreProperties>
</file>