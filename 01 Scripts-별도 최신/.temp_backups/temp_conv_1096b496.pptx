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3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E0E10B3-AD83-4C3D-C803-0C4E78C1BA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ADEBBE9-F359-2247-232A-FC1AF15AB1E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785F4D6D-4F4A-4F71-B3F9-BF70C89B928A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078C2052-6AE7-5F12-F8FC-0FB089D8FE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1C7BD81F-460C-4264-8EF0-EA7213126B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40FFD2-FEC9-C2BA-2DB5-B746B8F7A52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1212FF-CD3E-7FD5-4811-28C33CCF4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11A5DC0B-4555-4253-B14D-7E466FEFBAC5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8532A0A1-7F73-E237-E0D6-84D8610D513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A822DAF1-BA74-3B2E-29A1-747E17E872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EA9B56B8-9916-9F8B-4C80-DD96CE2AD5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B5BB63D-F4F9-4820-A3CE-63FC48CF266F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0BB6A0-F3FA-0B71-AD8F-E83E83984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D64759-0B46-43E2-A32C-7E0B43F461D0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55D221-0B4E-8418-7BEB-22F2344C3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BF0A00-FFD1-C1F1-89E5-B92C24318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3E8B56-C8F7-45F9-B83E-5F269DFE241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014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71A209-E89A-2310-6307-04F730030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AAE7DF-23AB-4C1C-8169-964E161E08FF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9A9E07-043D-888A-D2A5-7B702B930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D1BBD-66D6-246E-682F-1AAE0850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EF55D0-0DEE-49C8-89C1-7BB520F7D83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6932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845A4D-12F1-231D-E327-B078130E5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780CC9-A5AC-4549-89BC-22EC6D647676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1FF7CB-25CD-3F7E-F957-27D4917DD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FE2C90-1988-A5CA-3931-6D43EF5DE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CE54CE-B54A-4378-845C-4F8447FF7B8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7785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413480E-D587-9A12-971A-37892F114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C2676-C150-4985-B95F-9988B4277391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EB38DA1-93DA-58EA-C799-0FEE594FC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2306DA0-16A6-A2A3-F4A2-ED6A0FCA9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79F029-4974-4CD1-BA6C-64221C32F94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735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C056DD45-1088-C34E-10F9-5D713A12D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F29675-3261-4365-A440-E88BAFF6639C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919B24DB-1303-A69D-D1F3-6A42BBB57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1A0689C6-BF3B-3D9B-79D0-052BF2732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E34F3E-4BCF-4D71-AE9E-74848A93878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441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45153D6B-2ECD-096B-B8E7-15EDC6C8F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B91692-0477-4805-BD06-7786507FC93A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99AE42CA-8328-2F05-9FCD-FCCAFEE20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F1898C23-E381-44E1-7B8D-3FE6AD48B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8CA29A-22EB-42BD-8466-9D12E861966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354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7C6AF760-4FE7-4F5C-548B-2A523E4CF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888683-28D2-454E-8A5E-290F0704CFC6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C3B52795-1BCD-6E5E-E41E-F2AD87E88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04E8A930-F3EA-97AC-40CA-84C16D6C2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539822-6CAB-4DEF-84E6-9BCC5EB6330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174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6DBFB7FC-5301-C432-13A9-081EB9C40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2432E-ADD4-4566-AAED-5FCF3B9FF89B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A9088029-C098-0CC3-50DB-8C2C80C16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26732C97-7922-6A6B-D3B3-9FC9821EE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6F94C6-8522-4627-B680-3DA592BC15B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997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797D0A2F-4182-7FB1-56AC-2F8A7928B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DC4A81-1C9F-430E-8290-EFF9F3468BC3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719F17D-292A-32A5-9D1D-C45C55C11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A58D0E7-CBD2-BBFC-A415-961533C16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5993C6-1DE1-47BA-B24A-9F56DEC5160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000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B040F2-A675-242D-2F62-C7C65A758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3B73DB-4FED-4D5B-9792-DA37E8AC2283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541F72-78D4-3CBB-C44D-F9B2DECE9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7A7E57-7679-7E93-5687-73CD2202C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3916B-77ED-4709-9A6B-F716F382354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936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0A3099-996C-55A5-956B-09E5C4E60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5E61EA-F620-452C-BB11-59C7E245D2D8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A366D6-5D95-FFE5-458C-94318B26F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84DB29-D60C-CC79-D839-1C41B263B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9A88E-FE5E-4659-A8B3-513B4D9C4DE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406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8B6C7B7D-BBF3-6288-ED7A-90CEC28602F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5A5137CB-8856-21E5-DBF9-373A2BDD055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AA9B4B-5344-908D-C214-9381576D03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DCF83CB-AA7D-47E8-8DD0-EF4CA289A460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42E3E4-DF6E-C8D3-F425-05E9CFDC44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AF1CD1-8294-36BC-D673-99246312D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03C7020-0016-41CD-A809-94252B479E2C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C70F23B0-1CAC-A1BD-A8CF-440EF9977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665288"/>
            <a:ext cx="6840537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703-2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E4BA1DE5-B21E-8F5A-A4C4-870D2FF4C6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63C95701-EA81-5BE8-CC59-241C8AD55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9AE59544-44D9-5483-2FF6-0FC42DD40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703-2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EFB72DD6-A11F-EC28-4CF7-449AAAAC8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2321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2A32E4BD-1DFE-EEF8-A71F-6412A87006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10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C8336F1A-BE40-F10A-350A-21F0FCCE7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BCAB4391-9563-8AF1-47A4-CB8563462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703-2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F5DB2343-502D-6558-0138-CEBD1CB5B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701C1804-56F3-3147-5F86-A7EAE1339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27350"/>
            <a:ext cx="86677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얼룩짐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</a:t>
            </a:r>
            <a:r>
              <a:rPr kumimoji="0" lang="ko-KR" altLang="en-US" sz="1200" b="1"/>
              <a:t>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방문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</a:t>
            </a:r>
            <a:r>
              <a:rPr kumimoji="0" lang="ko-KR" altLang="en-US" sz="1200" b="1"/>
              <a:t>보수공사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ACB42B19-EB72-31C5-E401-99964DB44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79838"/>
            <a:ext cx="845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99AF4D3-5CF7-97BF-122F-7F9F9C0C2CF5}"/>
              </a:ext>
            </a:extLst>
          </p:cNvPr>
          <p:cNvSpPr/>
          <p:nvPr/>
        </p:nvSpPr>
        <p:spPr bwMode="auto">
          <a:xfrm>
            <a:off x="3316288" y="4575175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5" name="아래쪽 화살표 24">
            <a:extLst>
              <a:ext uri="{FF2B5EF4-FFF2-40B4-BE49-F238E27FC236}">
                <a16:creationId xmlns:a16="http://schemas.microsoft.com/office/drawing/2014/main" id="{ABC13F88-DF5E-12E0-C73E-73C44C1790F9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FCF59D-3DA3-4CE5-50D7-5167A39E958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도색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-3</a:t>
            </a:r>
            <a:r>
              <a:rPr lang="ko-KR" altLang="en-US" b="1"/>
              <a:t>번 면 </a:t>
            </a:r>
            <a:r>
              <a:rPr lang="ko-KR" altLang="en-US" b="1" dirty="0"/>
              <a:t>얼룩짐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0C9789B-003C-F833-4D5D-B2C6489CA36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289EE071-82CC-B4F0-EEA1-DFA90AFB6CB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71EBC564-2B7B-E440-41C9-B97F94AEBB1B}"/>
              </a:ext>
            </a:extLst>
          </p:cNvPr>
          <p:cNvSpPr/>
          <p:nvPr/>
        </p:nvSpPr>
        <p:spPr>
          <a:xfrm>
            <a:off x="1979613" y="3141663"/>
            <a:ext cx="5113337" cy="14398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6D09F-F6F7-666E-C5CD-6BEA2A4C970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3600" b="1" dirty="0" err="1"/>
              <a:t>문끌림</a:t>
            </a:r>
            <a:r>
              <a:rPr lang="en-US" altLang="ko-KR" sz="3600" b="1" dirty="0"/>
              <a:t>-1</a:t>
            </a:r>
            <a:r>
              <a:rPr lang="ko-KR" altLang="en-US" sz="3600" b="1" dirty="0"/>
              <a:t>개</a:t>
            </a:r>
            <a:r>
              <a:rPr lang="en-US" altLang="ko-KR" sz="3600" b="1" dirty="0"/>
              <a:t>(</a:t>
            </a:r>
            <a:r>
              <a:rPr lang="ko-KR" altLang="en-US" sz="3600" b="1" dirty="0"/>
              <a:t>방문</a:t>
            </a:r>
            <a:r>
              <a:rPr lang="en-US" altLang="ko-KR" sz="3600" b="1" dirty="0"/>
              <a:t>)</a:t>
            </a:r>
            <a:endParaRPr lang="ko-KR" altLang="en-US" sz="36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40D8FB5-3052-8CBC-B60F-73DD2067460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9">
            <a:extLst>
              <a:ext uri="{FF2B5EF4-FFF2-40B4-BE49-F238E27FC236}">
                <a16:creationId xmlns:a16="http://schemas.microsoft.com/office/drawing/2014/main" id="{E50BE366-2681-6AD2-3E7C-B7EB1A6689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2600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09E90ACC-94CD-AC29-8282-7F68CA2A02E7}"/>
              </a:ext>
            </a:extLst>
          </p:cNvPr>
          <p:cNvSpPr/>
          <p:nvPr/>
        </p:nvSpPr>
        <p:spPr>
          <a:xfrm>
            <a:off x="3924300" y="3397250"/>
            <a:ext cx="1039813" cy="13271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1746</TotalTime>
  <Words>121</Words>
  <Application>Microsoft Office PowerPoint</Application>
  <PresentationFormat>화면 슬라이드 쇼(4:3)</PresentationFormat>
  <Paragraphs>17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도색(벽-3번 면 얼룩짐)</vt:lpstr>
      <vt:lpstr>문끌림-1개(방문)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305</cp:revision>
  <dcterms:created xsi:type="dcterms:W3CDTF">2012-05-23T04:33:26Z</dcterms:created>
  <dcterms:modified xsi:type="dcterms:W3CDTF">2026-06-23T02:55:10Z</dcterms:modified>
</cp:coreProperties>
</file>