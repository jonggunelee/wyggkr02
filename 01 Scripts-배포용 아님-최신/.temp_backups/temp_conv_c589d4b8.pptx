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097F967-6483-CD86-BA08-995B008A43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B59EEA-30F3-B027-4D1A-C220EC22C50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45527D3-A668-4A1C-B4A1-8F16E8258F1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C80F975-05CC-1AF4-53AF-7C193D2DA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4AD0F5B-9949-DE2D-3A30-5418B5DEB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AF667F-C12B-8EBE-E60B-5737A382A0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E5B4D4-AE8D-CF98-C459-E5B037A17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5C122288-0A47-49F8-AD66-B1C5D7EA45F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60F2243-E41F-1AEB-92BC-8E1F9B00FA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5D4E889D-DEB0-C73F-F9D4-248F4E7D96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856A1A59-701A-8DC1-C3A2-9ADF90DF5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39927ED-AB9A-444C-BEAF-0E6A2A09B7EC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3E7047-662C-1338-2286-60A5D24F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97394-1464-42A7-AF39-877D46F2D81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7B5F1D-8AD5-5F3E-3C26-7D18A4C13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62EF1-4417-7F19-BD4B-D2070129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6AC66E-541E-4883-8A72-DF8BD21955A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0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FA343-4928-F53C-799B-BFDEA208C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310FF-A805-45F9-A1F7-A51609505E1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1790D-EF04-5CB0-E422-543FC510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23ECA1-E44C-017A-C1B8-AF0091A6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FC99B-FCC6-4BD4-88C4-1B2CE9603EF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53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77210D-2C3A-8C8B-8667-3EF76A7D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5EC982-D08C-4760-9851-9A9E306C749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C2DD73-0BCF-524C-A684-6E9630CA9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A2FA09-C6A3-D4F7-8D4A-C1516736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C18A3-F646-4348-B8CD-01988AFD419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271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354F53C-BBC2-6B51-8282-8E479C4F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2AE20-59EC-4544-8B3F-984336D99B9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03F06B9-9330-91D9-6757-889E780A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12DB750-FA31-4181-5A50-F669123F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B6FD30-7613-4AF7-9D67-A012BDB5B7A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04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DEAF806-EF76-01B8-462D-03B21E72D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4CD56-2150-42D7-9CE5-DA11E4FB8BA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2666415-F575-1FB8-3D7E-6A85C576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2DBD439F-E921-A23D-F7F0-7162C73F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E911E8-080A-467E-AAD0-E9CFE134F9D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89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C259BDA8-D6CD-7639-7CB9-36E3CB9C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7FD07-159D-4A51-831B-F6D28C2A6AE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186C129E-6186-1D4D-4670-E2895AE8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3BA328B-0D1E-A513-091D-6D00B5C3E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B73510-262D-4090-A94E-B71C72D91FE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58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ECBAF61-4128-F332-3583-EF27BC57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EBBE0-2EFB-41AC-A708-A660DF598E8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C5DFE6DD-AF12-7AD9-4E55-AA821884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BF7D889-F6E2-6FBE-C36C-70A21A3A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F56F36-358E-484B-AD07-DA310A7A2E0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56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23A9798-4B57-49D0-10CF-638D1A8F5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B4CDF6-381F-4B92-B4F0-C536B030DC4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608368A-A85B-CFB1-FD8C-1C4CFB66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C5C7427-C95C-969E-A304-C538E0CC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6168E5-28C8-4E7E-A893-A9E82E8F512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83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6DBFCE1-87D7-6F07-9674-223D66996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1957D-068C-45C5-88AE-D8E9F907308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53CEC66-BCAF-9F10-300A-877D67C1F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7FA52AB-4530-E51E-925B-DAB6FC2D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ACEC38-BF97-46BA-94B1-8A671909B93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03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9B4FB-4CBB-3680-94F9-8A1A7E172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67E05-4B4C-49BE-92F5-E44AB1A6BB1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57BD49-96C7-588E-5110-392C1FAF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4E5A9-B7D2-DACB-C9FB-8BD5E037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E08257-9622-4A3D-A196-4A7ED766B9B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475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9A4E27-EA17-2DB7-E574-49C662BF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E2235-C4D0-4D26-9392-6802E599BB5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D9BEE6-719D-BA3C-AADA-9F8BC69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ACC38A-8ADD-373A-4A00-D9E9ED3A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C5A700-DB63-4665-804F-06733ED394C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96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1528787-0EBB-C717-9568-8505C992339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058C3785-4C0A-7D9C-D8CF-7D6CB90092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4EF10F-F001-8A6B-ACDF-F3AED9924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979DF24-EA32-4523-8026-78B0D020D08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8D9545-55E1-E68E-C3CD-A2FAC5571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FB993C-41ED-FF73-FC23-765DE94DC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C31197A-A7DC-4B66-BD24-9AA45CF52B4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135D14C-CEC9-212D-C1BA-89CF51A14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79575"/>
            <a:ext cx="8280400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B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904-4</a:t>
            </a:r>
            <a:r>
              <a:rPr kumimoji="0" lang="ko-KR" altLang="en-US" sz="2800" b="1"/>
              <a:t>호 수장공사</a:t>
            </a:r>
            <a:r>
              <a:rPr kumimoji="0" lang="en-US" altLang="ko-KR" sz="2800" b="1"/>
              <a:t> </a:t>
            </a:r>
            <a:r>
              <a:rPr kumimoji="0" lang="ko-KR" altLang="en-US" sz="2800" b="1"/>
              <a:t>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3C33594-010E-FFAD-3728-D8DECDC24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CC981DCF-5D08-F1C2-B12F-6FE2A4190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2026. 06.10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90495330-48F3-31B0-834D-40D6137CE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7129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904-4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D8A5AC47-B031-B2EB-CD87-F1A0247E4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DD5B9863-AE4E-7D6A-E25C-5554485CC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6C41F4F-FFD1-AD00-4193-DD6209A0C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0054D62C-7F74-BC96-47D3-F31217521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904-4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F0EA772B-7B3E-D370-7437-015126F7E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674C4B57-7C86-9FE5-F3DF-AD808DF61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52738"/>
            <a:ext cx="8667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A014FF84-A936-5040-96ED-0E6CD1E5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41738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65A23C-C506-5831-0B00-2142AC899C0A}"/>
              </a:ext>
            </a:extLst>
          </p:cNvPr>
          <p:cNvSpPr/>
          <p:nvPr/>
        </p:nvSpPr>
        <p:spPr bwMode="auto">
          <a:xfrm>
            <a:off x="3316288" y="45037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BB813246-7A74-F3B0-5CF2-0BE82F88BC87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46C06-DB7D-155E-003F-8D66CD80686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도색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-2</a:t>
            </a:r>
            <a:r>
              <a:rPr lang="ko-KR" altLang="en-US" b="1" dirty="0"/>
              <a:t>번 면 얼룩짐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F49F5D-E73A-1FC4-7C3F-835A4C20F199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3">
            <a:extLst>
              <a:ext uri="{FF2B5EF4-FFF2-40B4-BE49-F238E27FC236}">
                <a16:creationId xmlns:a16="http://schemas.microsoft.com/office/drawing/2014/main" id="{789F74AA-F09D-087C-916F-BD3A3D0E81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537075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FBB67CE8-673C-F015-16EE-9103930714AF}"/>
              </a:ext>
            </a:extLst>
          </p:cNvPr>
          <p:cNvSpPr/>
          <p:nvPr/>
        </p:nvSpPr>
        <p:spPr>
          <a:xfrm>
            <a:off x="3275013" y="3321050"/>
            <a:ext cx="2881312" cy="16557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C4948-31C2-0F6C-2473-2600CB76D9A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 err="1"/>
              <a:t>문끌림</a:t>
            </a:r>
            <a:r>
              <a:rPr lang="en-US" altLang="ko-KR" b="1" dirty="0"/>
              <a:t>-1</a:t>
            </a:r>
            <a:r>
              <a:rPr lang="ko-KR" altLang="en-US" b="1" dirty="0"/>
              <a:t>개</a:t>
            </a:r>
            <a:r>
              <a:rPr lang="en-US" altLang="ko-KR" b="1" dirty="0"/>
              <a:t>(</a:t>
            </a:r>
            <a:r>
              <a:rPr lang="ko-KR" altLang="en-US" b="1" dirty="0"/>
              <a:t>화장실문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CA7211-BF8E-9E6C-0A47-2C7A08216B09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3">
            <a:extLst>
              <a:ext uri="{FF2B5EF4-FFF2-40B4-BE49-F238E27FC236}">
                <a16:creationId xmlns:a16="http://schemas.microsoft.com/office/drawing/2014/main" id="{E3E09F7E-2FC5-D426-67D3-A03B975582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537075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0F33558-434B-7D1D-2E1B-F199FF1C22A8}"/>
              </a:ext>
            </a:extLst>
          </p:cNvPr>
          <p:cNvSpPr/>
          <p:nvPr/>
        </p:nvSpPr>
        <p:spPr>
          <a:xfrm>
            <a:off x="4498975" y="3284538"/>
            <a:ext cx="865188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122</Words>
  <Application>Microsoft Office PowerPoint</Application>
  <PresentationFormat>화면 슬라이드 쇼(4:3)</PresentationFormat>
  <Paragraphs>17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도색(벽-2번 면 얼룩짐) </vt:lpstr>
      <vt:lpstr>문끌림-1개(화장실문)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343</cp:revision>
  <dcterms:created xsi:type="dcterms:W3CDTF">2012-05-23T04:33:26Z</dcterms:created>
  <dcterms:modified xsi:type="dcterms:W3CDTF">2026-06-23T02:55:28Z</dcterms:modified>
</cp:coreProperties>
</file>