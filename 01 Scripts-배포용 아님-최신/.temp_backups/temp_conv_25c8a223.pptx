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7" r:id="rId2"/>
  </p:sldIdLst>
  <p:sldSz cx="6858000" cy="9906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29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7EC6C-0CBC-4EFF-90B3-2FFD7D05C976}" type="datetimeFigureOut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83C4D2-0666-4A18-8D16-B5FF6BC52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495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BFB-29DE-4ABF-A82E-DE07D70795B8}" type="datetimeFigureOut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1965-616C-4D32-8423-70CFCEB37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231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BFB-29DE-4ABF-A82E-DE07D70795B8}" type="datetimeFigureOut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1965-616C-4D32-8423-70CFCEB37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927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BFB-29DE-4ABF-A82E-DE07D70795B8}" type="datetimeFigureOut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1965-616C-4D32-8423-70CFCEB37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821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BFB-29DE-4ABF-A82E-DE07D70795B8}" type="datetimeFigureOut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1965-616C-4D32-8423-70CFCEB37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94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BFB-29DE-4ABF-A82E-DE07D70795B8}" type="datetimeFigureOut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1965-616C-4D32-8423-70CFCEB37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947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BFB-29DE-4ABF-A82E-DE07D70795B8}" type="datetimeFigureOut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1965-616C-4D32-8423-70CFCEB37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46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BFB-29DE-4ABF-A82E-DE07D70795B8}" type="datetimeFigureOut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1965-616C-4D32-8423-70CFCEB37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698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BFB-29DE-4ABF-A82E-DE07D70795B8}" type="datetimeFigureOut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1965-616C-4D32-8423-70CFCEB37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865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BFB-29DE-4ABF-A82E-DE07D70795B8}" type="datetimeFigureOut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1965-616C-4D32-8423-70CFCEB37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216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BFB-29DE-4ABF-A82E-DE07D70795B8}" type="datetimeFigureOut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1965-616C-4D32-8423-70CFCEB37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58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BFB-29DE-4ABF-A82E-DE07D70795B8}" type="datetimeFigureOut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71965-616C-4D32-8423-70CFCEB37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573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A3CBFB-29DE-4ABF-A82E-DE07D70795B8}" type="datetimeFigureOut">
              <a:rPr lang="ko-KR" altLang="en-US" smtClean="0"/>
              <a:t>2024-02-07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71965-616C-4D32-8423-70CFCEB37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38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67074" y="1371600"/>
            <a:ext cx="34018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본 </a:t>
            </a:r>
            <a:r>
              <a:rPr lang="ko-KR" altLang="en-US" dirty="0" err="1"/>
              <a:t>안전표지의</a:t>
            </a:r>
            <a:r>
              <a:rPr lang="ko-KR" altLang="en-US" dirty="0"/>
              <a:t> 사이즈</a:t>
            </a:r>
            <a:r>
              <a:rPr lang="en-US" altLang="ko-KR" dirty="0"/>
              <a:t>(A4)</a:t>
            </a:r>
            <a:r>
              <a:rPr lang="ko-KR" altLang="en-US" dirty="0"/>
              <a:t>는 </a:t>
            </a:r>
            <a:endParaRPr lang="en-US" altLang="ko-KR" dirty="0"/>
          </a:p>
          <a:p>
            <a:r>
              <a:rPr lang="ko-KR" altLang="en-US" dirty="0"/>
              <a:t>법적 최소한의 크기로서 </a:t>
            </a:r>
            <a:endParaRPr lang="en-US" altLang="ko-KR" dirty="0"/>
          </a:p>
          <a:p>
            <a:r>
              <a:rPr lang="ko-KR" altLang="en-US" dirty="0"/>
              <a:t>임의의 축소 인쇄를 금지합니다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확대는 가능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025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19</Words>
  <Application>Microsoft Office PowerPoint</Application>
  <PresentationFormat>A4 용지(210x297mm)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종근 이</cp:lastModifiedBy>
  <cp:revision>3</cp:revision>
  <cp:lastPrinted>2019-08-27T04:34:32Z</cp:lastPrinted>
  <dcterms:created xsi:type="dcterms:W3CDTF">2019-08-27T04:20:34Z</dcterms:created>
  <dcterms:modified xsi:type="dcterms:W3CDTF">2024-02-07T07:13:54Z</dcterms:modified>
</cp:coreProperties>
</file>